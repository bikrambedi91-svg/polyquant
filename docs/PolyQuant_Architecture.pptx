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96FF"/>
                </a:solidFill>
                <a:latin typeface="Segoe UI"/>
              </a:defRPr>
            </a:pPr>
            <a:r>
              <a:t>PolyQuant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Self-Learning Crypto Trading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Segoe UI"/>
              </a:defRPr>
            </a:pPr>
            <a:r>
              <a:t>Architecture Overview — March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389120"/>
            <a:ext cx="164592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434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Quant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389120"/>
            <a:ext cx="164592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434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FF"/>
                </a:solidFill>
                <a:latin typeface="Segoe UI"/>
              </a:defRPr>
            </a:pPr>
            <a:r>
              <a:t>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389120"/>
            <a:ext cx="164592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434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FF"/>
                </a:solidFill>
                <a:latin typeface="Segoe UI"/>
              </a:defRPr>
            </a:pPr>
            <a:r>
              <a:t>~8,500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Lines of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389120"/>
            <a:ext cx="164592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434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Market Tiers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389120"/>
            <a:ext cx="164592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434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FF"/>
                </a:solidFill>
                <a:latin typeface="Segoe UI"/>
              </a:defRPr>
            </a:pPr>
            <a:r>
              <a:t>$20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Fixed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7 models  ·  Polymarket binary options  ·  Adaptive learning  ·  Paper → Live graduation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Modular pipeline with self-learning feedback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Binance (OHLCV, Funding)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Fear &amp; Greed Index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CryptoQuant (on-chain)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Deribit (options IV)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44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7 QUANT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55648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MomentumRegime (ADX/DI)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FundingBasis (contrarian)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TechConfluence (RSI/MACD)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CLOBSignal (book imbalance)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+ VolSurf, Sentiment, ChainFlow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56032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44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ENSEMBLE +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55648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Bayesian weighted avg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Polymarket scanner (Gamma)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CLOB order book analysis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Fee-aware edge calculation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56032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56032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444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755648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15m: Maker-only (GTC)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1h/4h: FOK taker (0% fee)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4% SL / 7% TP (flat)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2s fast monitor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347472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34747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30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LEARNING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4164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Brier score evaluation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Optuna param optimization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Adaptive SL/TP from MAE/MFE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Model evolution pipeline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WARNING → CRITICAL → RETIRED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657600"/>
            <a:ext cx="347472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657600"/>
            <a:ext cx="34747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730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DATABASE +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04164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SQLite WAL (dev) / PostgreSQL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Trade, Signal, LearningEvent tables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3 open positions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$100/day loss halt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40% net directional limit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657600"/>
            <a:ext cx="3474720" cy="1828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657600"/>
            <a:ext cx="34747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3730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041648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Streamlit 7-tab UI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Overview, Positions, History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Analytics, Risk Monitor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Signal Explorer, Learning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4545"/>
                </a:solidFill>
                <a:latin typeface="Segoe U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7 Quant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Each model outputs (prob_up, confidence) — ensemble combines them with timeframe-specific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Segoe UI"/>
              </a:defRPr>
            </a:pPr>
            <a:r>
              <a:t>MomentumRegime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ADX + DI trend classification. Fast-reacting across all TFs.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/ 1h / 4h: 20%/18%/16%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515600" cy="9144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FundingBasis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93391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Perp funding rate contrarian signal. Better on longer TFs.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993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/ 1h / 4h: 10%/18%/22%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96311"/>
            <a:ext cx="10515600" cy="9144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ChainFlow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066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Exchange net flows. Slow data — disabled on 5m/15m.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/ 1h / 4h: 0%/12%/18%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9544"/>
            <a:ext cx="10515600" cy="9144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Segoe UI"/>
              </a:defRPr>
            </a:pPr>
            <a:r>
              <a:t>VolSurface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1985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IV skew + realized vol from ATR/Deribit.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/ 1h / 4h: 8%/14%/15%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22776"/>
            <a:ext cx="10515600" cy="9144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133087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Fear &amp; Greed Index. Updates daily — disabled on 5m/15m.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1330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/ 1h / 4h: 0%/8%/13%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36007"/>
            <a:ext cx="10515600" cy="9144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TechConfluence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846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RSI/MACD/BB/VWAP/Volume confluence scoring.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/ 1h / 4h: 32%/20%/16%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49240"/>
            <a:ext cx="10515600" cy="9144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9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Segoe UI"/>
              </a:defRPr>
            </a:pPr>
            <a:r>
              <a:t>CLOBSignal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5595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Polymarket book imbalance + large trades. Crucial on 15m.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559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/ 1h / 4h: 30%/10%/0%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13-Step Trading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Executes every 30 seconds per timeframe — 2s fast monitor for active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Regime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RISK_ON / OFF / HIGH_VOL / TRENDING / CHOPPY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OHLCV from Binance via ccxt (async)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Signal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077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7 models → (prob_up, confidence)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Ensemble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935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Bayesian weighted average with disagreement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Market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Gamma API → filter by volume, TTR, timeframe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Order Book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65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CLOB API → slippage, depth, best bid/ask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Edge Calculation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50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edge = |our_prob - effective_implied| - fees - slippage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280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Position Sizing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536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Fixed $20 per trade (replaced Kelly)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Risk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2219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Max 3 open, $100 daily halt, directional 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Trade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9077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15m maker / 1h+4h FOK → stored in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Position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5935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TP/SL check every 2s (fast monitor)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023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Feedback Recording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279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MAE, MFE, PnL → FeedbackStore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Learning Cycle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965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Brier scores, Optuna, SL/TP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Market Tiers &amp; Execution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29260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15-MINUTE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3% max taker fee (at 50% prob)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Strategy: MAKER-ONLY orders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Buy one tick below best ask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GTC limit order → 0% fee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Earns USDC rebates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Be very selective (11%+ edge)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Fast monitor: 2s intervals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29260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4747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1-HOUR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0% taker fee (free!)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Strategy: FOK market orders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Fill-or-Kill instant entry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Walk the book for fill price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Edge threshold: 8% (BUY_NO)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Re-entry system (max 3/market)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Fast monitor: 2s intervals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474720" cy="29260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4-HOUR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481328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0% taker fee (free!)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Strategy: FOK market orders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Same as 1h execution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Higher volume threshold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Longer resolution window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ChainFlow + Sentiment active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Fast monitor: 2s intervals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5486400" cy="20116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548640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622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TP/SL SYSTEM (FLAT)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7316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Stop-Loss: 4% flat (all markets, all timeframes)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Take-Profit: 7% flat (regardless of confidence/regime)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BUY_YES: TP = entry × 1.07,  SL = entry × 0.96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BUY_NO:  TP = entry - 0.07×(1-entry),  SL = entry + 0.04×(1-entry)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Max hold: 600 seconds (10 min) → forced exit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389120"/>
            <a:ext cx="5486400" cy="20116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389120"/>
            <a:ext cx="54864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622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RISK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7316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Fixed position size: $20 per trade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Max 3 open positions simultaneously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Daily loss halt: $100 USD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Max per asset: 25% of bankroll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Max total exposure: 60% of bankroll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Max net directional: 40% of bankroll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Self-Learning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The bot gets smarter with every trade — recalibrates every 50 trades or weekly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MODEL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7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ACTIVE → runs in ensemble normally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WARNING (Brier &gt; 0.28) → weight -30%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CRITICAL (Brier &gt; 0.35) → near-zero weight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RETIRED (2× CRITICAL) → graveyard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Minimum 4 active models always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1 retired per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65760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53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PARAMETER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64207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Optuna walk-forward search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60% train / 20% validate / 20% holdout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Minimum 80 trades required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Overfit check: val &gt; train + 0.05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param change: 50% from default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Probation: 30 shadow trades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280160"/>
            <a:ext cx="33832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280160"/>
            <a:ext cx="3383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3533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SL/TP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664207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Simulate SL: 2%-15% range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Simulate TP: 2%-40% range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Uses MAE/MFE (% of cost basis)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Per (asset, TF, regime) bucket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Min 30 trades per bucket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3% change per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SAFETY RAILS (NEVER VIOLATE)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24528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1 model mutated per recalibration cycle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1 model retired per cycle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Minimum 4 active models at all times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parameter change: 50% from default per mutation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SL/TP change: 3% per cycle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Max ensemble weight change: 15% per cycle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Optuna needs minimum 80 trades (not 50)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All mutated params must pass constraint validation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Learning engine dormant for first 50 trades (cold start)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486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GRADUATION: PAPER →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24528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≥ 100 paper trades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Win rate &gt; 54%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Total P&amp;L &gt; 0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Sharpe ratio &gt; 0.8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Calibration error &lt; 0.15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No single day drawdown &gt; 6% in last 30 days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≥ 14 calendar days of paper trading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≥ 2 recalibration cycles completed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First 48h live at half-size (50%)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 Stack &amp; 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25603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Python 3.14 (async/await)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SQLAlchemy + SQLite WAL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ccxt (Binance/Coinbase)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py_clob_client (Polymarket)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ta library (pure Python)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Optuna (hyperparameter search)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structlog (JSON logging)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Streamlit (dashboard)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25603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4747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config/ — Settings, constants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data/ — Price, funding, sentiment feeds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database/ — ORM, trade CRUD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models/ — 7 models + ensemble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market/ — Scanner, orderbook, pricing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execution/ — Paper/live engine, TP/SL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learning/ — Feedback, evolution, Optuna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orchestrator/ — Pipeline, loop, graduation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474720" cy="25603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EXTERNAL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481328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Polymarket Gamma (discovery)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Polymarket CLOB (order book)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Binance (OHLCV + funding)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Coinbase (fallback OHLCV)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Fear &amp; Greed API (sentiment)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Deribit (options IV, optional)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CryptoQuant (on-chain, optional)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2468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2471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Segoe UI"/>
              </a:defRPr>
            </a:pPr>
            <a:r>
              <a:t>KEY DESIGN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Protocol-based DI: SLTPProvider interface → DefaultSLTPProvider / LearnedSLTPProvider swappable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Dual-loop architecture: 30s main cycle (signals, trades) + 2s fast monitor (TP/SL exits)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Non-blocking CLOB: asyncio.to_thread() wraps synchronous py_clob_client calls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Fee-aware market tiers: 15m maker-only avoids 3% fee, 1h/4h are free taker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BUY_YES edge premium: +4% edge requirement because bullish predictions are systematically overconfident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Flat TP/SL (4%/7%): Wins outpace losses even with SL gapping on binary options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Re-entry guards: After TP → allow re-entry; after SL → block; max 3 entries per market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Fill slippage rejection: 15m has 3¢ max deviation, 1h/4h have 5¢ — prevents thin-book entries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